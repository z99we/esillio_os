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5029200"/>
          </a:xfrm>
          <a:prstGeom prst="roundRect">
            <a:avLst/>
          </a:prstGeom>
          <a:solidFill>
            <a:srgbClr val="0D0D0D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533"/>
                </a:solidFill>
              </a:defRPr>
            </a:pPr>
            <a:r>
              <a:t>Esillio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69696"/>
                </a:solidFill>
              </a:defRPr>
            </a:pPr>
            <a:r>
              <a:t>Your body remembers. Now your healthcare can too.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5029200"/>
          </a:xfrm>
          <a:prstGeom prst="roundRect">
            <a:avLst/>
          </a:prstGeom>
          <a:solidFill>
            <a:srgbClr val="0D0D0D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533"/>
                </a:solidFill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69696"/>
                </a:solidFill>
              </a:defRPr>
            </a:pPr>
            <a:r>
              <a:t>Trillions at stake. Digital Health projected to reach $2.3T by 2034.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5029200"/>
          </a:xfrm>
          <a:prstGeom prst="roundRect">
            <a:avLst/>
          </a:prstGeom>
          <a:solidFill>
            <a:srgbClr val="0D0D0D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533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69696"/>
                </a:solidFill>
              </a:defRPr>
            </a:pPr>
            <a:r>
              <a:t>Fragmented data siloes hinder care and innovation.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5029200"/>
          </a:xfrm>
          <a:prstGeom prst="roundRect">
            <a:avLst/>
          </a:prstGeom>
          <a:solidFill>
            <a:srgbClr val="0D0D0D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533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69696"/>
                </a:solidFill>
              </a:defRPr>
            </a:pPr>
            <a:r>
              <a:t>Biological Continuity Compiler™: A single, continuous health narrative.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5029200"/>
          </a:xfrm>
          <a:prstGeom prst="roundRect">
            <a:avLst/>
          </a:prstGeom>
          <a:solidFill>
            <a:srgbClr val="0D0D0D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533"/>
                </a:solidFill>
              </a:defRPr>
            </a:pPr>
            <a: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69696"/>
                </a:solidFill>
              </a:defRPr>
            </a:pPr>
            <a:r>
              <a:t>Open-source LLMs + AMD-accelerated edge inference.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5029200"/>
          </a:xfrm>
          <a:prstGeom prst="roundRect">
            <a:avLst/>
          </a:prstGeom>
          <a:solidFill>
            <a:srgbClr val="0D0D0D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533"/>
                </a:solidFill>
              </a:defRPr>
            </a:pPr>
            <a: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69696"/>
                </a:solidFill>
              </a:defRPr>
            </a:pPr>
            <a:r>
              <a:t>Freemium for consumers; B2B licensing for clinics.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5029200"/>
          </a:xfrm>
          <a:prstGeom prst="roundRect">
            <a:avLst/>
          </a:prstGeom>
          <a:solidFill>
            <a:srgbClr val="0D0D0D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533"/>
                </a:solidFill>
              </a:defRPr>
            </a:pPr>
            <a:r>
              <a:t>Competitive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69696"/>
                </a:solidFill>
              </a:defRPr>
            </a:pPr>
            <a:r>
              <a:t>Local-first privacy. Absolute data ownership.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5029200"/>
          </a:xfrm>
          <a:prstGeom prst="roundRect">
            <a:avLst/>
          </a:prstGeom>
          <a:solidFill>
            <a:srgbClr val="0D0D0D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533"/>
                </a:solidFill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69696"/>
                </a:solidFill>
              </a:defRPr>
            </a:pPr>
            <a:r>
              <a:t>2026: MVP. 2027: Beta. 2028: Scale &amp; API Launch.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5029200"/>
          </a:xfrm>
          <a:prstGeom prst="roundRect">
            <a:avLst/>
          </a:prstGeom>
          <a:solidFill>
            <a:srgbClr val="0D0D0D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533"/>
                </a:solidFill>
              </a:defRPr>
            </a:pPr>
            <a:r>
              <a:t>Why Invest?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69696"/>
                </a:solidFill>
              </a:defRPr>
            </a:pPr>
            <a:r>
              <a:t>Trillion-dollar wave. Proprietary continuity 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5029200"/>
          </a:xfrm>
          <a:prstGeom prst="roundRect">
            <a:avLst/>
          </a:prstGeom>
          <a:solidFill>
            <a:srgbClr val="0D0D0D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533"/>
                </a:solidFill>
              </a:defRPr>
            </a:pPr>
            <a: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69696"/>
                </a:solidFill>
              </a:defRPr>
            </a:pPr>
            <a:r>
              <a:t>Join us in building the OS your body has always needed.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