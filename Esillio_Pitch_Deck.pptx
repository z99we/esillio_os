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Esillio 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B4B4B4"/>
                </a:solidFill>
                <a:latin typeface="Helvetica"/>
              </a:defRPr>
            </a:pPr>
            <a:r>
              <a:t>The Longitudinal Intelligence Layer for Human Health</a:t>
            </a:r>
          </a:p>
          <a:p/>
          <a:p>
            <a:r>
              <a:t>"Because healthcare should remember."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The Amnesia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Healthcare is fundamentally fragmented.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Every consultation starts from scratch. Every lab report lives in a different PDF. The body keeps the score, but our medical systems suffer from chronic amnesia. Doctors see snapshots, not the full biological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Source: Global Healthcare Data Fragmentation Report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The Esillio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Transforming scattered medical artifacts into a persistent biological memory.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Esillio is a highly-scalable, production-grade intelligence infrastructure that grows longitudinally with every patient interaction. This is not a prototype; it is the definitive data layer for the next decade of digital health.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Source: Esillio Architecture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Our Deep Tech Moat: AMD &amp; Open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True health intelligence cannot compromise on privacy.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We utilize open-source models meticulously trained on AMD Instinct™ chips to forge our proprietary tech stack. Running Gemma 4 locally via ROCm ensures uncompromising, sovereign AI performance without exposing PHI to cloud vulnerabilities.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Source: AMD Hardware Performance Benchmarks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Biological Continuity Compiler™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Our proprietary engine, the BCC, solves the structured data crisis.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It dynamically ingests heterogeneous inputs—blood reports, clinician voice notes, wearable exports—and compiles them into a unified, normalized semantic graph. Context is never lost.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Source: Esillio Core Tech Blueprint.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Multi-Agent Clinical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Powered by the EsiWell Orchestrator.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Esillio dispatches concurrent, specialised AI agents: Biomarker Trend Analyzers, Medication Monitors, and Lifestyle Navigators. A completely modular architecture designed for infinite clinical extensibility.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Source: Multi-Agent Topologies in Edge Medicine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Privacy as a Strategic Weapon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"The safest way to protect data is to never hold it."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By pushing inference to the edge and executing vector searches locally (ChromaDB + SQLite), Esillio bypasses the massive regulatory quagmires of centralized PHI storage. Compliance becomes an inherent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Source: Global Data Sovereignty Framework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The B2B2C Integration Wedge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Empowered patients solve the clinical cold-start problem.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By providing massive immediate value to consumers, Esillio aggregates high-signal longitudinal data. We become the ultimate, indispensable integration hub for digital therapeutics, clinical trials, and telemedicine.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Source: Digital Health TAM Projected at $1.5T by 2030 (McKinsey &amp; Company).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Production-Grade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Built for scale. Built to deploy.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Esillio OS is fully containerized, rigorously tested, and architecturally sound. We have transitioned from a conceptual framework to a robust, launch-ready biological intelligence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Source: Esillio Production Audit Report (July 2026).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Helvetica"/>
              </a:defRPr>
            </a:pPr>
            <a:r>
              <a:t>Join the Biological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"Because your body remembers. It's time medicine did too."</a:t>
            </a: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</a:p>
          <a:p>
            <a:pPr>
              <a:defRPr sz="2400">
                <a:solidFill>
                  <a:srgbClr val="DCDCDC"/>
                </a:solidFill>
                <a:latin typeface="Helvetica"/>
              </a:defRPr>
            </a:pPr>
            <a:r>
              <a:t>We are building the fundamental memory layer for human biology. The future of global healthcare relies on longitudinal context. The time to build the standard is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  <a:latin typeface="Helvetica"/>
              </a:defRPr>
            </a:pPr>
            <a:r>
              <a:t>Contact: founders@esillio.com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