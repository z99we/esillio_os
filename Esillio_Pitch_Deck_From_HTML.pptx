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Playfair Display"/>
              </a:rPr>
              <a:t>Esillio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5DB"/>
                </a:solidFill>
                <a:latin typeface="Inter"/>
              </a:rPr>
              <a:t>Your body remembers. Now your healthcare can too.
"Biology is memory; Esillio is its librarian."
A local-first AI operating system that compiles your scattered health records into a secure, searchable, continuous timeline.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Trillions of dollars are at stake.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"The data exists – it just needs to be connected."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$2.3T Digital Health: Growing aggressively from ~$450B today (projected 2033), demanding entirely new infrastructure.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$195B Healthcare AI: Surging from ~$37B (2026), expected by 2031 to completely redefine clinical diagnostic tools.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$64.2B Personal Apps: Consumer wellness app spending by 2033, proving the massive consumer appetite for data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No single view of your health story.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"Fragmented data costs lives and stalls innovation."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Violently Siloed: Today’s healthcare data is scattered across disparate labs, EHRs, wearables, and illegible doctor notes. Fragmentation hinders care and innovation.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Missing Context: Patients lack context: preventable errors and misdiagnoses rise dramatically when providers only see scattered pieces of the puzzle.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Walled Gardens: Nearly all health data gets locked away in institutional silos, leaving individuals entirely unable to leverage their own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We compile your scattered history into one continuous narrative.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"The best time to organize your medical history was years ago. The second best time is today."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Biological Compiler™: AI transforms any input (doctor notes, complex PDFs, CSVs, wearables) into structured, time‑stamped HealthEvents effortlessly.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Persistent Health Graph: Links biomarkers, meds, and symptoms on-device. Enables trend alerts and complex semantic search.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Local-First Privacy: Zero cloud dependency. This is your most sensitive data, governed entirely by your privacy, running securely directly on your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AI innovation, optimized for privacy.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"Intelligence requires context, and context requires power."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AMD-Accelerated AI Edge: Under the hood is an open-source LLM fine-tuned specifically on healthcare data. We heavily leverage AMD’s high-performance compute (ROCm) for development, enabling hyper-efficient on-device inference.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Vector + SQL Hybrid: ChromaDB and heavily encrypted SQLite hold the timeline. This architecture allows the OS to answer highly complex free-text health queries instantly, offline. Future-proofed for genomics, voice, and visual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Accessible to everyone, with enterprise optionality.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"A sustainable ecosystem built on undeniable value."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Freemium App: Basic timeline tracking is free. Premium features via subscription ($5–$10/mo).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B2B Licensing (Core Revenue): Clinics, insurers, and pharma license our HIPAA-compliant API to drastically improve chronic care management and patient outreach.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$100M+ Projection: Capturing just 0.1% of the digital health TAM yields $4M+ ARR. Scaling to $50–$100M+ revenue is highly feasible by 2028.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No one else connects the dots.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"True health memory requires absolute data sovereignty."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Traditional Big Tech: Rely on cloud processing, inherently risking massive data privacy breaches. Fragmented entry forces users into isolated silos with zero longitudinal memory.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Esillio OS: HIPAA-grade, entirely on-device processing. Your data never leaves. We create a lifelong narrative. Once data is in Esillio, lock-in is immense. Optimized local AMD infrastructure prevents open-source copycats.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Building the future of personal health.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"A relentless march toward proactive healthcare."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2026 (Done): MVP Continuity Compiler complete. Manual logging and basic HealthEvent model successfully prototyped in app UI. Early validation.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2027: Add complex AI ingestion (OCR/PDF parsing, NLP for clinical notes, wearables). Launch closed beta pilots with healthcare partners.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2028: Public multi-platform app launch. Developer API (Vector DB) release. First revenue generation backed by AMD-accelerated model training.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2029+: Expand globally, add specialized agents, and execute continuous model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layfair Display"/>
              </a:rPr>
              <a:t>We're the first to build a true health 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D549D5"/>
                </a:solidFill>
                <a:latin typeface="Playfair Display"/>
              </a:rPr>
              <a:t>First-Mover Advantage: No major player does this with absolute privacy and local AI. Our IP is novel, defensible, and scales globally.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$2T+ Market Wave: Even niche success natively taps into a trillion-dollar TAM.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100% Local Processing: Absolute privacy guarantee via secure on-device AI.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MVP Validated: Hackathon MVP complete. Early local-first user tests are highly positive.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D1D5DB"/>
                </a:solidFill>
                <a:latin typeface="Inter"/>
              </a:rPr>
              <a:t>• The Ask: Raising Seed Capital to finalize complex AI integrations, optimize our AMD inference pipeline, and launch clinical beta pilots.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Playfair Display"/>
              </a:rPr>
              <a:t>Esillio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5DB"/>
                </a:solidFill>
                <a:latin typeface="Inter"/>
              </a:rPr>
              <a:t>Your health history is your most valuable data.
We give it a voice.
"Join us in building the OS that your body has always needed."
Invest in Esillio (founders@esillio.com)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